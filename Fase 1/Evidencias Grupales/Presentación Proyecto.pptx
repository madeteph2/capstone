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gl/eH5EcV/ziiIrYZN4kRzvCo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674792"/>
            <a:ext cx="121920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b="1" i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Gestión para Banquetería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085626" y="2001469"/>
            <a:ext cx="7633494" cy="2855050"/>
            <a:chOff x="0" y="0"/>
            <a:chExt cx="7633494" cy="2855050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Madelaine</a:t>
              </a: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Escobar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</a:t>
              </a: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Zú</a:t>
              </a: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ñiga </a:t>
              </a: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Sepúlveda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STEMA DE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PARA BANQUETERÍA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0" name="Google Shape;100;p2"/>
          <p:cNvSpPr/>
          <p:nvPr/>
        </p:nvSpPr>
        <p:spPr>
          <a:xfrm>
            <a:off x="278364" y="2308185"/>
            <a:ext cx="3542700" cy="18684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3" title="179739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06" name="Google Shape;10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PARA BANQUETERÍA”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0" name="Google Shape;110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La empresa de banquetería actualmente gestiona sus operaciones de forma </a:t>
            </a:r>
            <a:r>
              <a:rPr b="1" lang="es-CL" sz="1800">
                <a:solidFill>
                  <a:schemeClr val="dk1"/>
                </a:solidFill>
              </a:rPr>
              <a:t>manual y dispersa</a:t>
            </a:r>
            <a:r>
              <a:rPr lang="es-CL" sz="1800">
                <a:solidFill>
                  <a:schemeClr val="dk1"/>
                </a:solidFill>
              </a:rPr>
              <a:t>, utilizando planillas, correos y sistemas separados. Esto provoca </a:t>
            </a:r>
            <a:r>
              <a:rPr b="1" lang="es-CL" sz="1800">
                <a:solidFill>
                  <a:schemeClr val="dk1"/>
                </a:solidFill>
              </a:rPr>
              <a:t>pérdida de información, errores en los pedidos, falta de control del inventario y poca visibilidad de la rentabilidad de cada evento</a:t>
            </a:r>
            <a:r>
              <a:rPr lang="es-CL" sz="1800">
                <a:solidFill>
                  <a:schemeClr val="dk1"/>
                </a:solidFill>
              </a:rPr>
              <a:t>. 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Crear un sistema web y móvil que centralice y optimice la gestión de la banquetería, integrando pedidos, inventario, facturación y rentabilidad en una sola plataforma. 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" title="179739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PARA BANQUETERÍA”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22" name="Google Shape;122;p4"/>
          <p:cNvSpPr txBox="1"/>
          <p:nvPr/>
        </p:nvSpPr>
        <p:spPr>
          <a:xfrm>
            <a:off x="0" y="317787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25" y="2040575"/>
            <a:ext cx="10962900" cy="101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integral web y móvil para centralizar y optimizar la gestión de una empresa de banquetería, integrando clientes, pedidos, inventario, facturación y rentabilidad, con apoyo de dashboards, control por roles e inteligencia artificial.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25" y="3941975"/>
            <a:ext cx="10962900" cy="259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</a:rPr>
              <a:t>Analizar y modelar</a:t>
            </a:r>
            <a:r>
              <a:rPr lang="es-CL" sz="1500">
                <a:solidFill>
                  <a:schemeClr val="dk1"/>
                </a:solidFill>
              </a:rPr>
              <a:t> el proceso actual de la banquetería y diseñar la arquitectura del sistema.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</a:rPr>
              <a:t>Desarrollar</a:t>
            </a:r>
            <a:r>
              <a:rPr lang="es-CL" sz="1500">
                <a:solidFill>
                  <a:schemeClr val="dk1"/>
                </a:solidFill>
              </a:rPr>
              <a:t> </a:t>
            </a:r>
            <a:r>
              <a:rPr lang="es-CL" sz="1500">
                <a:solidFill>
                  <a:schemeClr val="dk1"/>
                </a:solidFill>
              </a:rPr>
              <a:t>módulos para gestionar clientes y pedidos, incorporando estados, trazabilidad y auditoría.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</a:rPr>
              <a:t>Implementar</a:t>
            </a:r>
            <a:r>
              <a:rPr lang="es-CL" sz="1500">
                <a:solidFill>
                  <a:schemeClr val="dk1"/>
                </a:solidFill>
              </a:rPr>
              <a:t> fichas técnicas y un cotizador que permita calcular costos, márgenes y precios sugeridos.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</a:rPr>
              <a:t>Gestionar</a:t>
            </a:r>
            <a:r>
              <a:rPr lang="es-CL" sz="1500">
                <a:solidFill>
                  <a:schemeClr val="dk1"/>
                </a:solidFill>
              </a:rPr>
              <a:t> el inventario mediante tecnología QR y registrar el consumo real de cada evento.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</a:rPr>
              <a:t>Desarrollar</a:t>
            </a:r>
            <a:r>
              <a:rPr lang="es-CL" sz="1500">
                <a:solidFill>
                  <a:schemeClr val="dk1"/>
                </a:solidFill>
              </a:rPr>
              <a:t> un BackOffice con dashboard de indicadores (KPIs) y un sistema de alertas de riesgo.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</a:rPr>
              <a:t>Crear</a:t>
            </a:r>
            <a:r>
              <a:rPr lang="es-CL" sz="1500">
                <a:solidFill>
                  <a:schemeClr val="dk1"/>
                </a:solidFill>
              </a:rPr>
              <a:t> una aplicación móvil para la gestión en terreno, incluyendo checklist, actualización de estados e incidencias.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</a:rPr>
              <a:t>Incorporar</a:t>
            </a:r>
            <a:r>
              <a:rPr lang="es-CL" sz="1500">
                <a:solidFill>
                  <a:schemeClr val="dk1"/>
                </a:solidFill>
              </a:rPr>
              <a:t> </a:t>
            </a:r>
            <a:r>
              <a:rPr lang="es-CL" sz="1500">
                <a:solidFill>
                  <a:schemeClr val="dk1"/>
                </a:solidFill>
              </a:rPr>
              <a:t>un asistente de inteligencia artificial para realizar consultas operativas sobre pedidos, stock y rentabilidad.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</a:rPr>
              <a:t>Validar</a:t>
            </a:r>
            <a:r>
              <a:rPr lang="es-CL" sz="1500">
                <a:solidFill>
                  <a:schemeClr val="dk1"/>
                </a:solidFill>
              </a:rPr>
              <a:t> </a:t>
            </a:r>
            <a:r>
              <a:rPr lang="es-CL" sz="1500">
                <a:solidFill>
                  <a:schemeClr val="dk1"/>
                </a:solidFill>
              </a:rPr>
              <a:t>el sistema mediante casos de prueba basados en eventos reales y documentar sus resultados.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5" title="179739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30" name="Google Shape;1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PARA BANQUETERÍA”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34" name="Google Shape;134;p5"/>
          <p:cNvSpPr/>
          <p:nvPr/>
        </p:nvSpPr>
        <p:spPr>
          <a:xfrm>
            <a:off x="614525" y="2291850"/>
            <a:ext cx="10962900" cy="4249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2000">
                <a:solidFill>
                  <a:schemeClr val="dk1"/>
                </a:solidFill>
              </a:rPr>
              <a:t>Alcances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</a:rPr>
              <a:t>Centralizar</a:t>
            </a:r>
            <a:r>
              <a:rPr lang="es-CL" sz="1800">
                <a:solidFill>
                  <a:schemeClr val="dk1"/>
                </a:solidFill>
              </a:rPr>
              <a:t> la gestión de clientes, pedidos, inventario y facturación.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</a:rPr>
              <a:t>Incorporar</a:t>
            </a:r>
            <a:r>
              <a:rPr lang="es-CL" sz="1800">
                <a:solidFill>
                  <a:schemeClr val="dk1"/>
                </a:solidFill>
              </a:rPr>
              <a:t> control por roles, códigos QR y dashboard de KPIs.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</a:rPr>
              <a:t>Gestionar</a:t>
            </a:r>
            <a:r>
              <a:rPr lang="es-CL" sz="1800">
                <a:solidFill>
                  <a:schemeClr val="dk1"/>
                </a:solidFill>
              </a:rPr>
              <a:t> la operación en terreno mediante una aplicación móvil.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</a:rPr>
              <a:t>Apoyar</a:t>
            </a:r>
            <a:r>
              <a:rPr lang="es-CL" sz="1800">
                <a:solidFill>
                  <a:schemeClr val="dk1"/>
                </a:solidFill>
              </a:rPr>
              <a:t> la toma de decisiones mediante alertas e inteligencia artificial.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2000">
                <a:solidFill>
                  <a:schemeClr val="dk1"/>
                </a:solidFill>
              </a:rPr>
              <a:t>Limitaciones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El proyecto se desarrollará como un </a:t>
            </a:r>
            <a:r>
              <a:rPr b="1" lang="es-CL" sz="1800">
                <a:solidFill>
                  <a:schemeClr val="dk1"/>
                </a:solidFill>
              </a:rPr>
              <a:t>MVP durante el semestre APT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La implementación dependerá de la </a:t>
            </a:r>
            <a:r>
              <a:rPr b="1" lang="es-CL" sz="1800">
                <a:solidFill>
                  <a:schemeClr val="dk1"/>
                </a:solidFill>
              </a:rPr>
              <a:t>información y procesos reales proporcionados por la banquetería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La complejidad de la máquina de estados y el cálculo de costos puede limitar el alcance inicial.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6" title="179739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40" name="Google Shape;1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PARA BANQUETERÍA”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44" name="Google Shape;144;p6"/>
          <p:cNvSpPr/>
          <p:nvPr/>
        </p:nvSpPr>
        <p:spPr>
          <a:xfrm>
            <a:off x="1349388" y="2753600"/>
            <a:ext cx="9765600" cy="313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2300">
                <a:solidFill>
                  <a:schemeClr val="dk1"/>
                </a:solidFill>
              </a:rPr>
              <a:t>Metodología de trabajo: Scrum</a:t>
            </a:r>
            <a:endParaRPr b="1" sz="23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Se utilizará la metodología ágil Scrum, trabajando en sprints de 1 a 2 semanas. Cada sprint permitirá planificar, desarrollar, probar y evaluar funcionalidades del sistema, priorizando un MVP (Producto Mínimo Viable) funcional al finalizar las 11 semanas.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7" title="179739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50" name="Google Shape;1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PARA BANQUETERÍA”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b="0" i="0" sz="10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54" name="Google Shape;154;p7"/>
          <p:cNvSpPr txBox="1"/>
          <p:nvPr/>
        </p:nvSpPr>
        <p:spPr>
          <a:xfrm>
            <a:off x="9787775" y="1888400"/>
            <a:ext cx="30000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s-CL" sz="1300"/>
              <a:t>AJUSTAR CRONOGRAMA CON CARTA GANT DE DOCUMENTO 1.5</a:t>
            </a:r>
            <a:endParaRPr b="1" sz="1300"/>
          </a:p>
        </p:txBody>
      </p:sp>
      <p:sp>
        <p:nvSpPr>
          <p:cNvPr id="155" name="Google Shape;155;p7"/>
          <p:cNvSpPr/>
          <p:nvPr/>
        </p:nvSpPr>
        <p:spPr>
          <a:xfrm>
            <a:off x="1353975" y="2773375"/>
            <a:ext cx="9765600" cy="366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800"/>
              <a:t>Semanas					Actividad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5–6		</a:t>
            </a:r>
            <a:r>
              <a:rPr lang="es-CL" sz="1800"/>
              <a:t>Análisis de requerimientos, levantamiento del proceso y diseño de la arquitectura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7–8		</a:t>
            </a:r>
            <a:r>
              <a:rPr lang="es-CL" sz="1800"/>
              <a:t>Diseño de BD y desarrollo de módulos de clientes y pedidos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9–10	</a:t>
            </a:r>
            <a:r>
              <a:rPr lang="es-CL" sz="1800"/>
              <a:t>Desarrollo de inventario, códigos QR y fichas técnicas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11–12	</a:t>
            </a:r>
            <a:r>
              <a:rPr lang="es-CL" sz="1800"/>
              <a:t>Desarrollo de facturación, cotizador y cálculo de rentabilidad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13		</a:t>
            </a:r>
            <a:r>
              <a:rPr lang="es-CL" sz="1800"/>
              <a:t>Dashboard de KPIs y control por roles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14 		</a:t>
            </a:r>
            <a:r>
              <a:rPr lang="es-CL" sz="1800"/>
              <a:t>Integración, pruebas y corrección de errores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15		</a:t>
            </a:r>
            <a:r>
              <a:rPr lang="es-CL" sz="1800"/>
              <a:t>Validación final, documentación y presentación del proyecto</a:t>
            </a:r>
            <a:endParaRPr sz="1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2149575" y="2898875"/>
            <a:ext cx="437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s-CL" sz="1800">
                <a:solidFill>
                  <a:schemeClr val="dk1"/>
                </a:solidFill>
              </a:rPr>
              <a:t>Plan de trabajo para 11 semanas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8" title="179739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62" name="Google Shape;1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PARA BANQUETERÍA”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66" name="Google Shape;166;p8"/>
          <p:cNvSpPr txBox="1"/>
          <p:nvPr/>
        </p:nvSpPr>
        <p:spPr>
          <a:xfrm>
            <a:off x="2362200" y="2907325"/>
            <a:ext cx="6022800" cy="30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s-CL" sz="1800"/>
              <a:t>Tendras algo dentro de la </a:t>
            </a:r>
            <a:r>
              <a:rPr b="1" lang="es-CL" sz="1800"/>
              <a:t>documentación</a:t>
            </a:r>
            <a:r>
              <a:rPr b="1" lang="es-CL" sz="1800"/>
              <a:t> del proyecto ?</a:t>
            </a:r>
            <a:endParaRPr b="1" sz="1800"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